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80" r:id="rId17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0:10–1:00 · Videoya tıklayın; tamamı 50 saniye. Süre darsa denetim sahnesinden (yaklaşık 0:20)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Dört sayı. 72 zorlu belgede onaylı çıktıya hiç sızıntı yok. Kritik verinin tamamı yakalandı (60 belgede 1555/1555). Güvenli belgelerin 59/62'si elle bakılmadan onaylandı. 1.011 otomatik test (932 backend + 79 arayüz) her değişiklikte koşuyor.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İkinci fazda öncelik Claude API modu: onaylı maskeli metin doğrudan Claude'a gidecek, program kredisiyle. Doğrulukta hedef gereksiz maskelemeyi 11/40'tan 2/40'a indirmek ve bağımsız, mühürlü bir test setiyle ölçmek. Ayrıca büyük harfli adlar, resmî adresler, UYAP UDF formatı, Apple imzalı kurulum ve e-posta/sohbet eklentisi.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8359" y="2491593"/>
            <a:ext cx="6861809" cy="1200329"/>
          </a:xfrm>
        </p:spPr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  <p:pic>
        <p:nvPicPr>
          <p:cNvPr id="6" name="Picture 5" descr="screenwal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39" y="2611697"/>
            <a:ext cx="960120" cy="960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sp>
        <p:nvSpPr>
          <p:cNvPr id="7" name="Rounded Rectangle 6"/>
          <p:cNvSpPr/>
          <p:nvPr/>
        </p:nvSpPr>
        <p:spPr>
          <a:xfrm>
            <a:off x="1133856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316736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sızıntı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72 zorlu belgede onaylı çıktıya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30752" y="260604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913632" y="273405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%100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kritik veri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ad, TCKN, IBAN, telefon… yakalandı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33856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16736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59/62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onay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güvenli belgeler elle bakmadan geçti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0752" y="4160520"/>
            <a:ext cx="2395728" cy="137160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13632" y="4288536"/>
            <a:ext cx="2029968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5AA0E6"/>
                </a:solidFill>
                <a:latin typeface="Montserrat"/>
              </a:rPr>
              <a:t>1.011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otomatik test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her değişiklikte koşuyor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5641848"/>
            <a:ext cx="49926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8C7DB"/>
                </a:solidFill>
                <a:latin typeface="Montserrat"/>
              </a:rPr>
              <a:t>Kendi test setimizle ölçüldü; bağımsız test Faz 2'de.</a:t>
            </a:r>
          </a:p>
        </p:txBody>
      </p:sp>
      <p:pic>
        <p:nvPicPr>
          <p:cNvPr id="16" name="Picture 15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627632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pic>
        <p:nvPicPr>
          <p:cNvPr id="5" name="Picture 4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24912"/>
            <a:ext cx="3931920" cy="3136497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454456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724912"/>
            <a:ext cx="3931920" cy="3136497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8979408" y="4146856"/>
            <a:ext cx="36576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724912"/>
            <a:ext cx="2240280" cy="3136497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0" y="2907792"/>
            <a:ext cx="1874520" cy="2770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veri bilgisayardan çıkmaz.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23957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2 · Screenwall maskeler (bilgisayarda)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395728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Programa kabul edildik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Kabul: </a:t>
            </a:r>
            <a:r>
              <a:t>Screenwall, Anthropic'in Claude for Startups programına kabul edildi.</a:t>
            </a:r>
            <a:endParaRPr lang="en-TR"/>
          </a:p>
          <a:p>
            <a:r>
              <a:rPr b="1"/>
              <a:t>Ne sağlıyor: </a:t>
            </a:r>
            <a:r>
              <a:t>Claude API kredisi ve girişimlere yönelik destek.</a:t>
            </a:r>
          </a:p>
          <a:p>
            <a:r>
              <a:rPr b="1"/>
              <a:t>Sıradaki adım: </a:t>
            </a:r>
            <a:r>
              <a:t>Claude API modu: onaylı maskeli metin doğrudan Claude'a gider.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marL="0" indent="0">
              <a:buNone/>
            </a:pPr>
            <a:r>
              <a:t>Daha doğru maskeleme, yeni formatlar ve Claude entegrasyonu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Faz 2: Neler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01  Claude API modu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Onaylı maskeli metin doğrudan Claude'a gider; Claude for Startups kredisiyle.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9028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02  Daha az gereksiz maskeleme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Nötr cümlede 11/40'tan en fazla 2/40'a; iş terimlerinde 30/90'dan 80/90'a.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60604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93608" y="277063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03  Bağımsız test seti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Sistemin hiç görmediği, mühürlü belgelerle dürüst ölçüm.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04  Zor vakalar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Büyük harfle yazılmış adlar, kısaltmasız resmî adresler, meslek ve maaş bilgisi.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9028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05  UYAP UDF desteği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Avukatların gerçekte kullandığı belge formatı.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25196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3608" y="4416552"/>
            <a:ext cx="3026664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A0E6"/>
                </a:solidFill>
                <a:latin typeface="Montserrat"/>
              </a:rPr>
              <a:t>06  Güven ve dağıtım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Apple imzalı kurulum, saldırı-direnci testi; e-posta ve sohbet eklentisi.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